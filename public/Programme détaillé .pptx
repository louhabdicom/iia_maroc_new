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8" r:id="rId2"/>
    <p:sldId id="269" r:id="rId3"/>
    <p:sldId id="270" r:id="rId4"/>
  </p:sldIdLst>
  <p:sldSz cx="7307263" cy="180006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8" d="100"/>
          <a:sy n="78" d="100"/>
        </p:scale>
        <p:origin x="29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48045" y="2945943"/>
            <a:ext cx="6211174" cy="6266897"/>
          </a:xfrm>
        </p:spPr>
        <p:txBody>
          <a:bodyPr anchor="b"/>
          <a:lstStyle>
            <a:lvl1pPr algn="ctr">
              <a:defRPr sz="4795"/>
            </a:lvl1pPr>
          </a:lstStyle>
          <a:p>
            <a:r>
              <a:rPr lang="fr-FR"/>
              <a:t>Modifiez le style du titre</a:t>
            </a:r>
            <a:endParaRPr lang="en-US" dirty="0"/>
          </a:p>
        </p:txBody>
      </p:sp>
      <p:sp>
        <p:nvSpPr>
          <p:cNvPr id="3" name="Subtitle 2"/>
          <p:cNvSpPr>
            <a:spLocks noGrp="1"/>
          </p:cNvSpPr>
          <p:nvPr>
            <p:ph type="subTitle" idx="1"/>
          </p:nvPr>
        </p:nvSpPr>
        <p:spPr>
          <a:xfrm>
            <a:off x="913408" y="9454516"/>
            <a:ext cx="5480447" cy="4345992"/>
          </a:xfrm>
        </p:spPr>
        <p:txBody>
          <a:bodyPr/>
          <a:lstStyle>
            <a:lvl1pPr marL="0" indent="0" algn="ctr">
              <a:buNone/>
              <a:defRPr sz="1918"/>
            </a:lvl1pPr>
            <a:lvl2pPr marL="365349" indent="0" algn="ctr">
              <a:buNone/>
              <a:defRPr sz="1598"/>
            </a:lvl2pPr>
            <a:lvl3pPr marL="730697" indent="0" algn="ctr">
              <a:buNone/>
              <a:defRPr sz="1438"/>
            </a:lvl3pPr>
            <a:lvl4pPr marL="1096046" indent="0" algn="ctr">
              <a:buNone/>
              <a:defRPr sz="1279"/>
            </a:lvl4pPr>
            <a:lvl5pPr marL="1461394" indent="0" algn="ctr">
              <a:buNone/>
              <a:defRPr sz="1279"/>
            </a:lvl5pPr>
            <a:lvl6pPr marL="1826743" indent="0" algn="ctr">
              <a:buNone/>
              <a:defRPr sz="1279"/>
            </a:lvl6pPr>
            <a:lvl7pPr marL="2192091" indent="0" algn="ctr">
              <a:buNone/>
              <a:defRPr sz="1279"/>
            </a:lvl7pPr>
            <a:lvl8pPr marL="2557440" indent="0" algn="ctr">
              <a:buNone/>
              <a:defRPr sz="1279"/>
            </a:lvl8pPr>
            <a:lvl9pPr marL="2922788" indent="0" algn="ctr">
              <a:buNone/>
              <a:defRPr sz="1279"/>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344358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44939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98569" y="4487671"/>
            <a:ext cx="6302514" cy="7487774"/>
          </a:xfrm>
        </p:spPr>
        <p:txBody>
          <a:bodyPr anchor="b"/>
          <a:lstStyle>
            <a:lvl1pPr>
              <a:defRPr sz="4795"/>
            </a:lvl1pPr>
          </a:lstStyle>
          <a:p>
            <a:r>
              <a:rPr lang="fr-FR"/>
              <a:t>Modifiez le style du titre</a:t>
            </a:r>
            <a:endParaRPr lang="en-US" dirty="0"/>
          </a:p>
        </p:txBody>
      </p:sp>
      <p:sp>
        <p:nvSpPr>
          <p:cNvPr id="3" name="Text Placeholder 2"/>
          <p:cNvSpPr>
            <a:spLocks noGrp="1"/>
          </p:cNvSpPr>
          <p:nvPr>
            <p:ph type="body" idx="1"/>
          </p:nvPr>
        </p:nvSpPr>
        <p:spPr>
          <a:xfrm>
            <a:off x="498569" y="12046282"/>
            <a:ext cx="6302514" cy="3937644"/>
          </a:xfrm>
        </p:spPr>
        <p:txBody>
          <a:bodyPr/>
          <a:lstStyle>
            <a:lvl1pPr marL="0" indent="0">
              <a:buNone/>
              <a:defRPr sz="1918">
                <a:solidFill>
                  <a:schemeClr val="tx1">
                    <a:tint val="82000"/>
                  </a:schemeClr>
                </a:solidFill>
              </a:defRPr>
            </a:lvl1pPr>
            <a:lvl2pPr marL="365349" indent="0">
              <a:buNone/>
              <a:defRPr sz="1598">
                <a:solidFill>
                  <a:schemeClr val="tx1">
                    <a:tint val="82000"/>
                  </a:schemeClr>
                </a:solidFill>
              </a:defRPr>
            </a:lvl2pPr>
            <a:lvl3pPr marL="730697" indent="0">
              <a:buNone/>
              <a:defRPr sz="1438">
                <a:solidFill>
                  <a:schemeClr val="tx1">
                    <a:tint val="82000"/>
                  </a:schemeClr>
                </a:solidFill>
              </a:defRPr>
            </a:lvl3pPr>
            <a:lvl4pPr marL="1096046" indent="0">
              <a:buNone/>
              <a:defRPr sz="1279">
                <a:solidFill>
                  <a:schemeClr val="tx1">
                    <a:tint val="82000"/>
                  </a:schemeClr>
                </a:solidFill>
              </a:defRPr>
            </a:lvl4pPr>
            <a:lvl5pPr marL="1461394" indent="0">
              <a:buNone/>
              <a:defRPr sz="1279">
                <a:solidFill>
                  <a:schemeClr val="tx1">
                    <a:tint val="82000"/>
                  </a:schemeClr>
                </a:solidFill>
              </a:defRPr>
            </a:lvl5pPr>
            <a:lvl6pPr marL="1826743" indent="0">
              <a:buNone/>
              <a:defRPr sz="1279">
                <a:solidFill>
                  <a:schemeClr val="tx1">
                    <a:tint val="82000"/>
                  </a:schemeClr>
                </a:solidFill>
              </a:defRPr>
            </a:lvl6pPr>
            <a:lvl7pPr marL="2192091" indent="0">
              <a:buNone/>
              <a:defRPr sz="1279">
                <a:solidFill>
                  <a:schemeClr val="tx1">
                    <a:tint val="82000"/>
                  </a:schemeClr>
                </a:solidFill>
              </a:defRPr>
            </a:lvl7pPr>
            <a:lvl8pPr marL="2557440" indent="0">
              <a:buNone/>
              <a:defRPr sz="1279">
                <a:solidFill>
                  <a:schemeClr val="tx1">
                    <a:tint val="82000"/>
                  </a:schemeClr>
                </a:solidFill>
              </a:defRPr>
            </a:lvl8pPr>
            <a:lvl9pPr marL="2922788" indent="0">
              <a:buNone/>
              <a:defRPr sz="1279">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1552545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02374" y="4791843"/>
            <a:ext cx="3105587" cy="1142125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699302" y="4791843"/>
            <a:ext cx="3105587" cy="1142125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B6FED69-E6D8-4282-B7EE-C0DC9DFC653D}" type="datetimeFigureOut">
              <a:rPr lang="fr-MA" smtClean="0"/>
              <a:t>04/10/2026</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250205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503326" y="958373"/>
            <a:ext cx="6302514" cy="3479296"/>
          </a:xfrm>
        </p:spPr>
        <p:txBody>
          <a:bodyPr/>
          <a:lstStyle/>
          <a:p>
            <a:r>
              <a:rPr lang="fr-FR"/>
              <a:t>Modifiez le style du titre</a:t>
            </a:r>
            <a:endParaRPr lang="en-US" dirty="0"/>
          </a:p>
        </p:txBody>
      </p:sp>
      <p:sp>
        <p:nvSpPr>
          <p:cNvPr id="3" name="Text Placeholder 2"/>
          <p:cNvSpPr>
            <a:spLocks noGrp="1"/>
          </p:cNvSpPr>
          <p:nvPr>
            <p:ph type="body" idx="1"/>
          </p:nvPr>
        </p:nvSpPr>
        <p:spPr>
          <a:xfrm>
            <a:off x="503327" y="4412664"/>
            <a:ext cx="3091314" cy="2162578"/>
          </a:xfrm>
        </p:spPr>
        <p:txBody>
          <a:bodyPr anchor="b"/>
          <a:lstStyle>
            <a:lvl1pPr marL="0" indent="0">
              <a:buNone/>
              <a:defRPr sz="1918" b="1"/>
            </a:lvl1pPr>
            <a:lvl2pPr marL="365349" indent="0">
              <a:buNone/>
              <a:defRPr sz="1598" b="1"/>
            </a:lvl2pPr>
            <a:lvl3pPr marL="730697" indent="0">
              <a:buNone/>
              <a:defRPr sz="1438" b="1"/>
            </a:lvl3pPr>
            <a:lvl4pPr marL="1096046" indent="0">
              <a:buNone/>
              <a:defRPr sz="1279" b="1"/>
            </a:lvl4pPr>
            <a:lvl5pPr marL="1461394" indent="0">
              <a:buNone/>
              <a:defRPr sz="1279" b="1"/>
            </a:lvl5pPr>
            <a:lvl6pPr marL="1826743" indent="0">
              <a:buNone/>
              <a:defRPr sz="1279" b="1"/>
            </a:lvl6pPr>
            <a:lvl7pPr marL="2192091" indent="0">
              <a:buNone/>
              <a:defRPr sz="1279" b="1"/>
            </a:lvl7pPr>
            <a:lvl8pPr marL="2557440" indent="0">
              <a:buNone/>
              <a:defRPr sz="1279" b="1"/>
            </a:lvl8pPr>
            <a:lvl9pPr marL="2922788" indent="0">
              <a:buNone/>
              <a:defRPr sz="1279" b="1"/>
            </a:lvl9pPr>
          </a:lstStyle>
          <a:p>
            <a:pPr lvl="0"/>
            <a:r>
              <a:rPr lang="fr-FR"/>
              <a:t>Cliquez pour modifier les styles du texte du masque</a:t>
            </a:r>
          </a:p>
        </p:txBody>
      </p:sp>
      <p:sp>
        <p:nvSpPr>
          <p:cNvPr id="4" name="Content Placeholder 3"/>
          <p:cNvSpPr>
            <a:spLocks noGrp="1"/>
          </p:cNvSpPr>
          <p:nvPr>
            <p:ph sz="half" idx="2"/>
          </p:nvPr>
        </p:nvSpPr>
        <p:spPr>
          <a:xfrm>
            <a:off x="503327" y="6575242"/>
            <a:ext cx="3091314" cy="967119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699302" y="4412664"/>
            <a:ext cx="3106539" cy="2162578"/>
          </a:xfrm>
        </p:spPr>
        <p:txBody>
          <a:bodyPr anchor="b"/>
          <a:lstStyle>
            <a:lvl1pPr marL="0" indent="0">
              <a:buNone/>
              <a:defRPr sz="1918" b="1"/>
            </a:lvl1pPr>
            <a:lvl2pPr marL="365349" indent="0">
              <a:buNone/>
              <a:defRPr sz="1598" b="1"/>
            </a:lvl2pPr>
            <a:lvl3pPr marL="730697" indent="0">
              <a:buNone/>
              <a:defRPr sz="1438" b="1"/>
            </a:lvl3pPr>
            <a:lvl4pPr marL="1096046" indent="0">
              <a:buNone/>
              <a:defRPr sz="1279" b="1"/>
            </a:lvl4pPr>
            <a:lvl5pPr marL="1461394" indent="0">
              <a:buNone/>
              <a:defRPr sz="1279" b="1"/>
            </a:lvl5pPr>
            <a:lvl6pPr marL="1826743" indent="0">
              <a:buNone/>
              <a:defRPr sz="1279" b="1"/>
            </a:lvl6pPr>
            <a:lvl7pPr marL="2192091" indent="0">
              <a:buNone/>
              <a:defRPr sz="1279" b="1"/>
            </a:lvl7pPr>
            <a:lvl8pPr marL="2557440" indent="0">
              <a:buNone/>
              <a:defRPr sz="1279" b="1"/>
            </a:lvl8pPr>
            <a:lvl9pPr marL="2922788" indent="0">
              <a:buNone/>
              <a:defRPr sz="1279" b="1"/>
            </a:lvl9pPr>
          </a:lstStyle>
          <a:p>
            <a:pPr lvl="0"/>
            <a:r>
              <a:rPr lang="fr-FR"/>
              <a:t>Cliquez pour modifier les styles du texte du masque</a:t>
            </a:r>
          </a:p>
        </p:txBody>
      </p:sp>
      <p:sp>
        <p:nvSpPr>
          <p:cNvPr id="6" name="Content Placeholder 5"/>
          <p:cNvSpPr>
            <a:spLocks noGrp="1"/>
          </p:cNvSpPr>
          <p:nvPr>
            <p:ph sz="quarter" idx="4"/>
          </p:nvPr>
        </p:nvSpPr>
        <p:spPr>
          <a:xfrm>
            <a:off x="3699302" y="6575242"/>
            <a:ext cx="3106539" cy="967119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B6FED69-E6D8-4282-B7EE-C0DC9DFC653D}" type="datetimeFigureOut">
              <a:rPr lang="fr-MA" smtClean="0"/>
              <a:t>04/10/2026</a:t>
            </a:fld>
            <a:endParaRPr lang="fr-MA"/>
          </a:p>
        </p:txBody>
      </p:sp>
      <p:sp>
        <p:nvSpPr>
          <p:cNvPr id="8" name="Footer Placeholder 7"/>
          <p:cNvSpPr>
            <a:spLocks noGrp="1"/>
          </p:cNvSpPr>
          <p:nvPr>
            <p:ph type="ftr" sz="quarter" idx="11"/>
          </p:nvPr>
        </p:nvSpPr>
        <p:spPr/>
        <p:txBody>
          <a:bodyPr/>
          <a:lstStyle/>
          <a:p>
            <a:endParaRPr lang="fr-MA"/>
          </a:p>
        </p:txBody>
      </p:sp>
      <p:sp>
        <p:nvSpPr>
          <p:cNvPr id="9" name="Slide Number Placeholder 8"/>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242083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B6FED69-E6D8-4282-B7EE-C0DC9DFC653D}" type="datetimeFigureOut">
              <a:rPr lang="fr-MA" smtClean="0"/>
              <a:t>04/10/2026</a:t>
            </a:fld>
            <a:endParaRPr lang="fr-MA"/>
          </a:p>
        </p:txBody>
      </p:sp>
      <p:sp>
        <p:nvSpPr>
          <p:cNvPr id="4" name="Footer Placeholder 3"/>
          <p:cNvSpPr>
            <a:spLocks noGrp="1"/>
          </p:cNvSpPr>
          <p:nvPr>
            <p:ph type="ftr" sz="quarter" idx="11"/>
          </p:nvPr>
        </p:nvSpPr>
        <p:spPr/>
        <p:txBody>
          <a:bodyPr/>
          <a:lstStyle/>
          <a:p>
            <a:endParaRPr lang="fr-MA"/>
          </a:p>
        </p:txBody>
      </p:sp>
      <p:sp>
        <p:nvSpPr>
          <p:cNvPr id="5" name="Slide Number Placeholder 4"/>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272365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6FED69-E6D8-4282-B7EE-C0DC9DFC653D}" type="datetimeFigureOut">
              <a:rPr lang="fr-MA" smtClean="0"/>
              <a:t>04/10/2026</a:t>
            </a:fld>
            <a:endParaRPr lang="fr-MA"/>
          </a:p>
        </p:txBody>
      </p:sp>
      <p:sp>
        <p:nvSpPr>
          <p:cNvPr id="3" name="Footer Placeholder 2"/>
          <p:cNvSpPr>
            <a:spLocks noGrp="1"/>
          </p:cNvSpPr>
          <p:nvPr>
            <p:ph type="ftr" sz="quarter" idx="11"/>
          </p:nvPr>
        </p:nvSpPr>
        <p:spPr/>
        <p:txBody>
          <a:bodyPr/>
          <a:lstStyle/>
          <a:p>
            <a:endParaRPr lang="fr-MA"/>
          </a:p>
        </p:txBody>
      </p:sp>
      <p:sp>
        <p:nvSpPr>
          <p:cNvPr id="4" name="Slide Number Placeholder 3"/>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3426193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3326" y="1200044"/>
            <a:ext cx="2356783" cy="4200155"/>
          </a:xfrm>
        </p:spPr>
        <p:txBody>
          <a:bodyPr anchor="b"/>
          <a:lstStyle>
            <a:lvl1pPr>
              <a:defRPr sz="2557"/>
            </a:lvl1pPr>
          </a:lstStyle>
          <a:p>
            <a:r>
              <a:rPr lang="fr-FR"/>
              <a:t>Modifiez le style du titre</a:t>
            </a:r>
            <a:endParaRPr lang="en-US" dirty="0"/>
          </a:p>
        </p:txBody>
      </p:sp>
      <p:sp>
        <p:nvSpPr>
          <p:cNvPr id="3" name="Content Placeholder 2"/>
          <p:cNvSpPr>
            <a:spLocks noGrp="1"/>
          </p:cNvSpPr>
          <p:nvPr>
            <p:ph idx="1"/>
          </p:nvPr>
        </p:nvSpPr>
        <p:spPr>
          <a:xfrm>
            <a:off x="3106538" y="2591766"/>
            <a:ext cx="3699302" cy="12792138"/>
          </a:xfrm>
        </p:spPr>
        <p:txBody>
          <a:bodyPr/>
          <a:lstStyle>
            <a:lvl1pPr>
              <a:defRPr sz="2557"/>
            </a:lvl1pPr>
            <a:lvl2pPr>
              <a:defRPr sz="2237"/>
            </a:lvl2pPr>
            <a:lvl3pPr>
              <a:defRPr sz="1918"/>
            </a:lvl3pPr>
            <a:lvl4pPr>
              <a:defRPr sz="1598"/>
            </a:lvl4pPr>
            <a:lvl5pPr>
              <a:defRPr sz="1598"/>
            </a:lvl5pPr>
            <a:lvl6pPr>
              <a:defRPr sz="1598"/>
            </a:lvl6pPr>
            <a:lvl7pPr>
              <a:defRPr sz="1598"/>
            </a:lvl7pPr>
            <a:lvl8pPr>
              <a:defRPr sz="1598"/>
            </a:lvl8pPr>
            <a:lvl9pPr>
              <a:defRPr sz="1598"/>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03326" y="5400199"/>
            <a:ext cx="2356783" cy="10004536"/>
          </a:xfrm>
        </p:spPr>
        <p:txBody>
          <a:bodyPr/>
          <a:lstStyle>
            <a:lvl1pPr marL="0" indent="0">
              <a:buNone/>
              <a:defRPr sz="1279"/>
            </a:lvl1pPr>
            <a:lvl2pPr marL="365349" indent="0">
              <a:buNone/>
              <a:defRPr sz="1119"/>
            </a:lvl2pPr>
            <a:lvl3pPr marL="730697" indent="0">
              <a:buNone/>
              <a:defRPr sz="959"/>
            </a:lvl3pPr>
            <a:lvl4pPr marL="1096046" indent="0">
              <a:buNone/>
              <a:defRPr sz="799"/>
            </a:lvl4pPr>
            <a:lvl5pPr marL="1461394" indent="0">
              <a:buNone/>
              <a:defRPr sz="799"/>
            </a:lvl5pPr>
            <a:lvl6pPr marL="1826743" indent="0">
              <a:buNone/>
              <a:defRPr sz="799"/>
            </a:lvl6pPr>
            <a:lvl7pPr marL="2192091" indent="0">
              <a:buNone/>
              <a:defRPr sz="799"/>
            </a:lvl7pPr>
            <a:lvl8pPr marL="2557440" indent="0">
              <a:buNone/>
              <a:defRPr sz="799"/>
            </a:lvl8pPr>
            <a:lvl9pPr marL="2922788" indent="0">
              <a:buNone/>
              <a:defRPr sz="79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B6FED69-E6D8-4282-B7EE-C0DC9DFC653D}" type="datetimeFigureOut">
              <a:rPr lang="fr-MA" smtClean="0"/>
              <a:t>04/10/2026</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3318031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3326" y="1200044"/>
            <a:ext cx="2356783" cy="4200155"/>
          </a:xfrm>
        </p:spPr>
        <p:txBody>
          <a:bodyPr anchor="b"/>
          <a:lstStyle>
            <a:lvl1pPr>
              <a:defRPr sz="2557"/>
            </a:lvl1pPr>
          </a:lstStyle>
          <a:p>
            <a:r>
              <a:rPr lang="fr-FR"/>
              <a:t>Modifiez le style du titre</a:t>
            </a:r>
            <a:endParaRPr lang="en-US" dirty="0"/>
          </a:p>
        </p:txBody>
      </p:sp>
      <p:sp>
        <p:nvSpPr>
          <p:cNvPr id="3" name="Picture Placeholder 2"/>
          <p:cNvSpPr>
            <a:spLocks noGrp="1" noChangeAspect="1"/>
          </p:cNvSpPr>
          <p:nvPr>
            <p:ph type="pic" idx="1"/>
          </p:nvPr>
        </p:nvSpPr>
        <p:spPr>
          <a:xfrm>
            <a:off x="3106538" y="2591766"/>
            <a:ext cx="3699302" cy="12792138"/>
          </a:xfrm>
        </p:spPr>
        <p:txBody>
          <a:bodyPr anchor="t"/>
          <a:lstStyle>
            <a:lvl1pPr marL="0" indent="0">
              <a:buNone/>
              <a:defRPr sz="2557"/>
            </a:lvl1pPr>
            <a:lvl2pPr marL="365349" indent="0">
              <a:buNone/>
              <a:defRPr sz="2237"/>
            </a:lvl2pPr>
            <a:lvl3pPr marL="730697" indent="0">
              <a:buNone/>
              <a:defRPr sz="1918"/>
            </a:lvl3pPr>
            <a:lvl4pPr marL="1096046" indent="0">
              <a:buNone/>
              <a:defRPr sz="1598"/>
            </a:lvl4pPr>
            <a:lvl5pPr marL="1461394" indent="0">
              <a:buNone/>
              <a:defRPr sz="1598"/>
            </a:lvl5pPr>
            <a:lvl6pPr marL="1826743" indent="0">
              <a:buNone/>
              <a:defRPr sz="1598"/>
            </a:lvl6pPr>
            <a:lvl7pPr marL="2192091" indent="0">
              <a:buNone/>
              <a:defRPr sz="1598"/>
            </a:lvl7pPr>
            <a:lvl8pPr marL="2557440" indent="0">
              <a:buNone/>
              <a:defRPr sz="1598"/>
            </a:lvl8pPr>
            <a:lvl9pPr marL="2922788" indent="0">
              <a:buNone/>
              <a:defRPr sz="1598"/>
            </a:lvl9pPr>
          </a:lstStyle>
          <a:p>
            <a:endParaRPr lang="en-US" dirty="0"/>
          </a:p>
        </p:txBody>
      </p:sp>
      <p:sp>
        <p:nvSpPr>
          <p:cNvPr id="4" name="Text Placeholder 3"/>
          <p:cNvSpPr>
            <a:spLocks noGrp="1"/>
          </p:cNvSpPr>
          <p:nvPr>
            <p:ph type="body" sz="half" idx="2"/>
          </p:nvPr>
        </p:nvSpPr>
        <p:spPr>
          <a:xfrm>
            <a:off x="503326" y="5400199"/>
            <a:ext cx="2356783" cy="10004536"/>
          </a:xfrm>
        </p:spPr>
        <p:txBody>
          <a:bodyPr/>
          <a:lstStyle>
            <a:lvl1pPr marL="0" indent="0">
              <a:buNone/>
              <a:defRPr sz="1279"/>
            </a:lvl1pPr>
            <a:lvl2pPr marL="365349" indent="0">
              <a:buNone/>
              <a:defRPr sz="1119"/>
            </a:lvl2pPr>
            <a:lvl3pPr marL="730697" indent="0">
              <a:buNone/>
              <a:defRPr sz="959"/>
            </a:lvl3pPr>
            <a:lvl4pPr marL="1096046" indent="0">
              <a:buNone/>
              <a:defRPr sz="799"/>
            </a:lvl4pPr>
            <a:lvl5pPr marL="1461394" indent="0">
              <a:buNone/>
              <a:defRPr sz="799"/>
            </a:lvl5pPr>
            <a:lvl6pPr marL="1826743" indent="0">
              <a:buNone/>
              <a:defRPr sz="799"/>
            </a:lvl6pPr>
            <a:lvl7pPr marL="2192091" indent="0">
              <a:buNone/>
              <a:defRPr sz="799"/>
            </a:lvl7pPr>
            <a:lvl8pPr marL="2557440" indent="0">
              <a:buNone/>
              <a:defRPr sz="799"/>
            </a:lvl8pPr>
            <a:lvl9pPr marL="2922788" indent="0">
              <a:buNone/>
              <a:defRPr sz="79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B6FED69-E6D8-4282-B7EE-C0DC9DFC653D}" type="datetimeFigureOut">
              <a:rPr lang="fr-MA" smtClean="0"/>
              <a:t>04/10/2026</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41115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1413641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229260" y="958369"/>
            <a:ext cx="1575629" cy="1525473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02375" y="958369"/>
            <a:ext cx="4635545" cy="1525473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1620400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375" y="958373"/>
            <a:ext cx="6302514" cy="347929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02375" y="4791843"/>
            <a:ext cx="6302514" cy="1142125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02374" y="16683952"/>
            <a:ext cx="1644134" cy="958369"/>
          </a:xfrm>
          <a:prstGeom prst="rect">
            <a:avLst/>
          </a:prstGeom>
        </p:spPr>
        <p:txBody>
          <a:bodyPr vert="horz" lIns="91440" tIns="45720" rIns="91440" bIns="45720" rtlCol="0" anchor="ctr"/>
          <a:lstStyle>
            <a:lvl1pPr algn="l">
              <a:defRPr sz="959">
                <a:solidFill>
                  <a:schemeClr val="tx1">
                    <a:tint val="82000"/>
                  </a:schemeClr>
                </a:solidFill>
              </a:defRPr>
            </a:lvl1pPr>
          </a:lstStyle>
          <a:p>
            <a:fld id="{8B6FED69-E6D8-4282-B7EE-C0DC9DFC653D}" type="datetimeFigureOut">
              <a:rPr lang="fr-MA" smtClean="0"/>
              <a:t>04/10/2026</a:t>
            </a:fld>
            <a:endParaRPr lang="fr-MA"/>
          </a:p>
        </p:txBody>
      </p:sp>
      <p:sp>
        <p:nvSpPr>
          <p:cNvPr id="5" name="Footer Placeholder 4"/>
          <p:cNvSpPr>
            <a:spLocks noGrp="1"/>
          </p:cNvSpPr>
          <p:nvPr>
            <p:ph type="ftr" sz="quarter" idx="3"/>
          </p:nvPr>
        </p:nvSpPr>
        <p:spPr>
          <a:xfrm>
            <a:off x="2420531" y="16683952"/>
            <a:ext cx="2466201" cy="958369"/>
          </a:xfrm>
          <a:prstGeom prst="rect">
            <a:avLst/>
          </a:prstGeom>
        </p:spPr>
        <p:txBody>
          <a:bodyPr vert="horz" lIns="91440" tIns="45720" rIns="91440" bIns="45720" rtlCol="0" anchor="ctr"/>
          <a:lstStyle>
            <a:lvl1pPr algn="ctr">
              <a:defRPr sz="959">
                <a:solidFill>
                  <a:schemeClr val="tx1">
                    <a:tint val="82000"/>
                  </a:schemeClr>
                </a:solidFill>
              </a:defRPr>
            </a:lvl1pPr>
          </a:lstStyle>
          <a:p>
            <a:endParaRPr lang="fr-MA"/>
          </a:p>
        </p:txBody>
      </p:sp>
      <p:sp>
        <p:nvSpPr>
          <p:cNvPr id="6" name="Slide Number Placeholder 5"/>
          <p:cNvSpPr>
            <a:spLocks noGrp="1"/>
          </p:cNvSpPr>
          <p:nvPr>
            <p:ph type="sldNum" sz="quarter" idx="4"/>
          </p:nvPr>
        </p:nvSpPr>
        <p:spPr>
          <a:xfrm>
            <a:off x="5160755" y="16683952"/>
            <a:ext cx="1644134" cy="958369"/>
          </a:xfrm>
          <a:prstGeom prst="rect">
            <a:avLst/>
          </a:prstGeom>
        </p:spPr>
        <p:txBody>
          <a:bodyPr vert="horz" lIns="91440" tIns="45720" rIns="91440" bIns="45720" rtlCol="0" anchor="ctr"/>
          <a:lstStyle>
            <a:lvl1pPr algn="r">
              <a:defRPr sz="959">
                <a:solidFill>
                  <a:schemeClr val="tx1">
                    <a:tint val="82000"/>
                  </a:schemeClr>
                </a:solidFill>
              </a:defRPr>
            </a:lvl1pPr>
          </a:lstStyle>
          <a:p>
            <a:fld id="{62933AC2-9251-4DD5-909C-5BA14EB52A26}" type="slidenum">
              <a:rPr lang="fr-MA" smtClean="0"/>
              <a:t>‹N°›</a:t>
            </a:fld>
            <a:endParaRPr lang="fr-MA"/>
          </a:p>
        </p:txBody>
      </p:sp>
    </p:spTree>
    <p:extLst>
      <p:ext uri="{BB962C8B-B14F-4D97-AF65-F5344CB8AC3E}">
        <p14:creationId xmlns:p14="http://schemas.microsoft.com/office/powerpoint/2010/main" val="18583947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30697" rtl="0" eaLnBrk="1" latinLnBrk="0" hangingPunct="1">
        <a:lnSpc>
          <a:spcPct val="90000"/>
        </a:lnSpc>
        <a:spcBef>
          <a:spcPct val="0"/>
        </a:spcBef>
        <a:buNone/>
        <a:defRPr sz="3516" kern="1200">
          <a:solidFill>
            <a:schemeClr val="tx1"/>
          </a:solidFill>
          <a:latin typeface="+mj-lt"/>
          <a:ea typeface="+mj-ea"/>
          <a:cs typeface="+mj-cs"/>
        </a:defRPr>
      </a:lvl1pPr>
    </p:titleStyle>
    <p:bodyStyle>
      <a:lvl1pPr marL="182674" indent="-182674" algn="l" defTabSz="730697" rtl="0" eaLnBrk="1" latinLnBrk="0" hangingPunct="1">
        <a:lnSpc>
          <a:spcPct val="90000"/>
        </a:lnSpc>
        <a:spcBef>
          <a:spcPts val="799"/>
        </a:spcBef>
        <a:buFont typeface="Arial" panose="020B0604020202020204" pitchFamily="34" charset="0"/>
        <a:buChar char="•"/>
        <a:defRPr sz="2237" kern="1200">
          <a:solidFill>
            <a:schemeClr val="tx1"/>
          </a:solidFill>
          <a:latin typeface="+mn-lt"/>
          <a:ea typeface="+mn-ea"/>
          <a:cs typeface="+mn-cs"/>
        </a:defRPr>
      </a:lvl1pPr>
      <a:lvl2pPr marL="548023" indent="-182674" algn="l" defTabSz="730697" rtl="0" eaLnBrk="1" latinLnBrk="0" hangingPunct="1">
        <a:lnSpc>
          <a:spcPct val="90000"/>
        </a:lnSpc>
        <a:spcBef>
          <a:spcPts val="400"/>
        </a:spcBef>
        <a:buFont typeface="Arial" panose="020B0604020202020204" pitchFamily="34" charset="0"/>
        <a:buChar char="•"/>
        <a:defRPr sz="1918" kern="1200">
          <a:solidFill>
            <a:schemeClr val="tx1"/>
          </a:solidFill>
          <a:latin typeface="+mn-lt"/>
          <a:ea typeface="+mn-ea"/>
          <a:cs typeface="+mn-cs"/>
        </a:defRPr>
      </a:lvl2pPr>
      <a:lvl3pPr marL="913371" indent="-182674" algn="l" defTabSz="730697" rtl="0" eaLnBrk="1" latinLnBrk="0" hangingPunct="1">
        <a:lnSpc>
          <a:spcPct val="90000"/>
        </a:lnSpc>
        <a:spcBef>
          <a:spcPts val="400"/>
        </a:spcBef>
        <a:buFont typeface="Arial" panose="020B0604020202020204" pitchFamily="34" charset="0"/>
        <a:buChar char="•"/>
        <a:defRPr sz="1598" kern="1200">
          <a:solidFill>
            <a:schemeClr val="tx1"/>
          </a:solidFill>
          <a:latin typeface="+mn-lt"/>
          <a:ea typeface="+mn-ea"/>
          <a:cs typeface="+mn-cs"/>
        </a:defRPr>
      </a:lvl3pPr>
      <a:lvl4pPr marL="1278720"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4pPr>
      <a:lvl5pPr marL="1644068"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5pPr>
      <a:lvl6pPr marL="2009417"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6pPr>
      <a:lvl7pPr marL="2374765"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7pPr>
      <a:lvl8pPr marL="2740114"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8pPr>
      <a:lvl9pPr marL="3105462"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9pPr>
    </p:bodyStyle>
    <p:otherStyle>
      <a:defPPr>
        <a:defRPr lang="en-US"/>
      </a:defPPr>
      <a:lvl1pPr marL="0" algn="l" defTabSz="730697" rtl="0" eaLnBrk="1" latinLnBrk="0" hangingPunct="1">
        <a:defRPr sz="1438" kern="1200">
          <a:solidFill>
            <a:schemeClr val="tx1"/>
          </a:solidFill>
          <a:latin typeface="+mn-lt"/>
          <a:ea typeface="+mn-ea"/>
          <a:cs typeface="+mn-cs"/>
        </a:defRPr>
      </a:lvl1pPr>
      <a:lvl2pPr marL="365349" algn="l" defTabSz="730697" rtl="0" eaLnBrk="1" latinLnBrk="0" hangingPunct="1">
        <a:defRPr sz="1438" kern="1200">
          <a:solidFill>
            <a:schemeClr val="tx1"/>
          </a:solidFill>
          <a:latin typeface="+mn-lt"/>
          <a:ea typeface="+mn-ea"/>
          <a:cs typeface="+mn-cs"/>
        </a:defRPr>
      </a:lvl2pPr>
      <a:lvl3pPr marL="730697" algn="l" defTabSz="730697" rtl="0" eaLnBrk="1" latinLnBrk="0" hangingPunct="1">
        <a:defRPr sz="1438" kern="1200">
          <a:solidFill>
            <a:schemeClr val="tx1"/>
          </a:solidFill>
          <a:latin typeface="+mn-lt"/>
          <a:ea typeface="+mn-ea"/>
          <a:cs typeface="+mn-cs"/>
        </a:defRPr>
      </a:lvl3pPr>
      <a:lvl4pPr marL="1096046" algn="l" defTabSz="730697" rtl="0" eaLnBrk="1" latinLnBrk="0" hangingPunct="1">
        <a:defRPr sz="1438" kern="1200">
          <a:solidFill>
            <a:schemeClr val="tx1"/>
          </a:solidFill>
          <a:latin typeface="+mn-lt"/>
          <a:ea typeface="+mn-ea"/>
          <a:cs typeface="+mn-cs"/>
        </a:defRPr>
      </a:lvl4pPr>
      <a:lvl5pPr marL="1461394" algn="l" defTabSz="730697" rtl="0" eaLnBrk="1" latinLnBrk="0" hangingPunct="1">
        <a:defRPr sz="1438" kern="1200">
          <a:solidFill>
            <a:schemeClr val="tx1"/>
          </a:solidFill>
          <a:latin typeface="+mn-lt"/>
          <a:ea typeface="+mn-ea"/>
          <a:cs typeface="+mn-cs"/>
        </a:defRPr>
      </a:lvl5pPr>
      <a:lvl6pPr marL="1826743" algn="l" defTabSz="730697" rtl="0" eaLnBrk="1" latinLnBrk="0" hangingPunct="1">
        <a:defRPr sz="1438" kern="1200">
          <a:solidFill>
            <a:schemeClr val="tx1"/>
          </a:solidFill>
          <a:latin typeface="+mn-lt"/>
          <a:ea typeface="+mn-ea"/>
          <a:cs typeface="+mn-cs"/>
        </a:defRPr>
      </a:lvl6pPr>
      <a:lvl7pPr marL="2192091" algn="l" defTabSz="730697" rtl="0" eaLnBrk="1" latinLnBrk="0" hangingPunct="1">
        <a:defRPr sz="1438" kern="1200">
          <a:solidFill>
            <a:schemeClr val="tx1"/>
          </a:solidFill>
          <a:latin typeface="+mn-lt"/>
          <a:ea typeface="+mn-ea"/>
          <a:cs typeface="+mn-cs"/>
        </a:defRPr>
      </a:lvl7pPr>
      <a:lvl8pPr marL="2557440" algn="l" defTabSz="730697" rtl="0" eaLnBrk="1" latinLnBrk="0" hangingPunct="1">
        <a:defRPr sz="1438" kern="1200">
          <a:solidFill>
            <a:schemeClr val="tx1"/>
          </a:solidFill>
          <a:latin typeface="+mn-lt"/>
          <a:ea typeface="+mn-ea"/>
          <a:cs typeface="+mn-cs"/>
        </a:defRPr>
      </a:lvl8pPr>
      <a:lvl9pPr marL="2922788" algn="l" defTabSz="730697" rtl="0" eaLnBrk="1" latinLnBrk="0" hangingPunct="1">
        <a:defRPr sz="143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9655246-9C66-3797-7246-4A8831FEE240}"/>
              </a:ext>
            </a:extLst>
          </p:cNvPr>
          <p:cNvSpPr txBox="1"/>
          <p:nvPr/>
        </p:nvSpPr>
        <p:spPr>
          <a:xfrm>
            <a:off x="387927" y="471055"/>
            <a:ext cx="6722226" cy="8217634"/>
          </a:xfrm>
          <a:prstGeom prst="rect">
            <a:avLst/>
          </a:prstGeom>
          <a:noFill/>
        </p:spPr>
        <p:txBody>
          <a:bodyPr wrap="square" rtlCol="0">
            <a:spAutoFit/>
          </a:bodyPr>
          <a:lstStyle/>
          <a:p>
            <a:r>
              <a:rPr lang="fr-MA" sz="1600" b="1" dirty="0"/>
              <a:t>Programme</a:t>
            </a:r>
          </a:p>
          <a:p>
            <a:endParaRPr lang="fr-MA" sz="1600" b="1" dirty="0"/>
          </a:p>
          <a:p>
            <a:r>
              <a:rPr lang="fr-MA" sz="1600" b="1" dirty="0"/>
              <a:t>Deux journées au cœur des enjeux de l’Audit Interne</a:t>
            </a:r>
          </a:p>
          <a:p>
            <a:r>
              <a:rPr lang="fr-MA" sz="1600" dirty="0"/>
              <a:t>La Conférence annuelle ARABCIA 2026 propose deux journées de réflexion, d’échanges et de partage d’expériences autour du rôle de l’Audit Interne face aux transformations et aux nouveaux risques auxquels les organisations sont confrontées.</a:t>
            </a:r>
          </a:p>
          <a:p>
            <a:endParaRPr lang="fr-MA" sz="1600" dirty="0"/>
          </a:p>
          <a:p>
            <a:r>
              <a:rPr lang="fr-MA" sz="1600" dirty="0"/>
              <a:t>Le programme associe </a:t>
            </a:r>
            <a:r>
              <a:rPr lang="fr-MA" sz="1600" b="1" dirty="0"/>
              <a:t>plénières, panels, ateliers pratiques et Innovation </a:t>
            </a:r>
            <a:r>
              <a:rPr lang="fr-MA" sz="1600" b="1" dirty="0" err="1"/>
              <a:t>Labs</a:t>
            </a:r>
            <a:r>
              <a:rPr lang="fr-MA" sz="1600" dirty="0"/>
              <a:t>, avec des interventions consacrées notamment à l’intelligence artificielle, à la résilience, à la gouvernance, aux risques et à l’évolution du métier d’auditeur interne.</a:t>
            </a:r>
          </a:p>
          <a:p>
            <a:endParaRPr lang="fr-MA" sz="1600" dirty="0"/>
          </a:p>
          <a:p>
            <a:r>
              <a:rPr lang="fr-MA" sz="1600" b="1" dirty="0"/>
              <a:t>Les trois parcours des ateliers</a:t>
            </a:r>
          </a:p>
          <a:p>
            <a:r>
              <a:rPr lang="fr-MA" sz="1600" dirty="0"/>
              <a:t>Les ateliers sont organisés autour de trois axes complémentaires :</a:t>
            </a:r>
          </a:p>
          <a:p>
            <a:endParaRPr lang="fr-MA" sz="1600" dirty="0"/>
          </a:p>
          <a:p>
            <a:pPr marL="285750" indent="-285750">
              <a:buFont typeface="Arial" panose="020B0604020202020204" pitchFamily="34" charset="0"/>
              <a:buChar char="•"/>
            </a:pPr>
            <a:r>
              <a:rPr lang="fr-MA" sz="1600" b="1" dirty="0"/>
              <a:t>IA et transformation</a:t>
            </a:r>
            <a:br>
              <a:rPr lang="fr-MA" sz="1600" dirty="0"/>
            </a:br>
            <a:r>
              <a:rPr lang="fr-MA" sz="1600" dirty="0"/>
              <a:t>Explorer l’impact de l’intelligence artificielle et des nouvelles technologies sur les organisations, la gouvernance et les pratiques d’Audit Interne.</a:t>
            </a:r>
          </a:p>
          <a:p>
            <a:pPr marL="285750" indent="-285750">
              <a:buFont typeface="Arial" panose="020B0604020202020204" pitchFamily="34" charset="0"/>
              <a:buChar char="•"/>
            </a:pPr>
            <a:r>
              <a:rPr lang="fr-MA" sz="1600" b="1" dirty="0"/>
              <a:t>Résilience</a:t>
            </a:r>
            <a:br>
              <a:rPr lang="fr-MA" sz="1600" dirty="0"/>
            </a:br>
            <a:r>
              <a:rPr lang="fr-MA" sz="1600" dirty="0"/>
              <a:t>Aborder les enjeux liés aux risques, à l’incertitude et à la capacité des organisations à anticiper, s’adapter et maintenir leur performance.</a:t>
            </a:r>
          </a:p>
          <a:p>
            <a:pPr marL="285750" indent="-285750">
              <a:buFont typeface="Arial" panose="020B0604020202020204" pitchFamily="34" charset="0"/>
              <a:buChar char="•"/>
            </a:pPr>
            <a:r>
              <a:rPr lang="fr-MA" sz="1600" b="1" dirty="0"/>
              <a:t>Auditeur de demain</a:t>
            </a:r>
            <a:br>
              <a:rPr lang="fr-MA" sz="1600" dirty="0"/>
            </a:br>
            <a:r>
              <a:rPr lang="fr-MA" sz="1600" dirty="0"/>
              <a:t>Réfléchir à l’évolution du métier, aux nouvelles compétences et à la place de l’auditeur interne dans un environnement en transformation.</a:t>
            </a:r>
          </a:p>
          <a:p>
            <a:br>
              <a:rPr lang="fr-MA" sz="1600" dirty="0"/>
            </a:br>
            <a:endParaRPr lang="fr-MA" sz="1600" dirty="0"/>
          </a:p>
          <a:p>
            <a:r>
              <a:rPr lang="fr-MA" sz="1600" b="1" dirty="0"/>
              <a:t>L’Innovation </a:t>
            </a:r>
            <a:r>
              <a:rPr lang="fr-MA" sz="1600" b="1" dirty="0" err="1"/>
              <a:t>Lab</a:t>
            </a:r>
            <a:r>
              <a:rPr lang="fr-MA" sz="1600" b="1" dirty="0"/>
              <a:t> </a:t>
            </a:r>
          </a:p>
          <a:p>
            <a:r>
              <a:rPr lang="fr-MA" sz="1600" dirty="0"/>
              <a:t>Espace dédié à l’exploration des nouvelles approches, technologies et pratiques qui transforment l’audit interne. Une expérience interactive pour stimuler l’innovation et ouvrir de nouvelles perspectives.</a:t>
            </a:r>
          </a:p>
          <a:p>
            <a:endParaRPr lang="fr-MA" sz="1600" dirty="0"/>
          </a:p>
        </p:txBody>
      </p:sp>
    </p:spTree>
    <p:extLst>
      <p:ext uri="{BB962C8B-B14F-4D97-AF65-F5344CB8AC3E}">
        <p14:creationId xmlns:p14="http://schemas.microsoft.com/office/powerpoint/2010/main" val="375547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9EF9F4D-117F-6918-1487-E51FB75C58ED}"/>
              </a:ext>
            </a:extLst>
          </p:cNvPr>
          <p:cNvSpPr txBox="1"/>
          <p:nvPr/>
        </p:nvSpPr>
        <p:spPr>
          <a:xfrm>
            <a:off x="352281" y="588821"/>
            <a:ext cx="6954982" cy="11480066"/>
          </a:xfrm>
          <a:prstGeom prst="rect">
            <a:avLst/>
          </a:prstGeom>
          <a:noFill/>
        </p:spPr>
        <p:txBody>
          <a:bodyPr wrap="square" rtlCol="0">
            <a:spAutoFit/>
          </a:bodyPr>
          <a:lstStyle/>
          <a:p>
            <a:r>
              <a:rPr lang="fr-MA" sz="1400" dirty="0"/>
              <a:t>Jour 1 — Mercredi 16 décembre 2026</a:t>
            </a:r>
          </a:p>
          <a:p>
            <a:endParaRPr lang="fr-MA" sz="1400" dirty="0"/>
          </a:p>
          <a:p>
            <a:r>
              <a:rPr lang="fr-MA" sz="1400" dirty="0"/>
              <a:t>08:00 – 09:00</a:t>
            </a:r>
          </a:p>
          <a:p>
            <a:r>
              <a:rPr lang="fr-MA" sz="1400" dirty="0"/>
              <a:t>Accueil, inscription et networking</a:t>
            </a:r>
          </a:p>
          <a:p>
            <a:endParaRPr lang="fr-MA" sz="1400" dirty="0"/>
          </a:p>
          <a:p>
            <a:r>
              <a:rPr lang="fr-MA" sz="1400" dirty="0"/>
              <a:t>09:30 – 10:00</a:t>
            </a:r>
          </a:p>
          <a:p>
            <a:r>
              <a:rPr lang="fr-MA" sz="1400" dirty="0"/>
              <a:t>Cérémonie</a:t>
            </a:r>
          </a:p>
          <a:p>
            <a:r>
              <a:rPr lang="fr-MA" sz="1400" dirty="0"/>
              <a:t>Ouverture officielle par l’IIA Maroc, l’ARABCIA et The IIA</a:t>
            </a:r>
          </a:p>
          <a:p>
            <a:endParaRPr lang="fr-MA" sz="1400" dirty="0"/>
          </a:p>
          <a:p>
            <a:r>
              <a:rPr lang="fr-MA" sz="1400" dirty="0"/>
              <a:t>10:00 – 10:30</a:t>
            </a:r>
          </a:p>
          <a:p>
            <a:r>
              <a:rPr lang="fr-MA" sz="1400" dirty="0"/>
              <a:t>Remise des trophées de certification</a:t>
            </a:r>
          </a:p>
          <a:p>
            <a:endParaRPr lang="fr-MA" sz="1400" dirty="0"/>
          </a:p>
          <a:p>
            <a:r>
              <a:rPr lang="fr-MA" sz="1400" dirty="0"/>
              <a:t>10:30 – 11:15</a:t>
            </a:r>
          </a:p>
          <a:p>
            <a:r>
              <a:rPr lang="fr-MA" sz="1400" dirty="0"/>
              <a:t>Plénière 1</a:t>
            </a:r>
          </a:p>
          <a:p>
            <a:r>
              <a:rPr lang="fr-MA" sz="1400" dirty="0"/>
              <a:t>Empreinte : bâtir la confiance à l’ère de l’accélération de l’IA</a:t>
            </a:r>
          </a:p>
          <a:p>
            <a:r>
              <a:rPr lang="fr-MA" sz="1000" dirty="0"/>
              <a:t>L’Audit Interne et l’anticipation des risques, le soutient de la gouvernance et le renforcement de la résilience</a:t>
            </a:r>
          </a:p>
          <a:p>
            <a:endParaRPr lang="fr-MA" sz="1400" dirty="0"/>
          </a:p>
          <a:p>
            <a:r>
              <a:rPr lang="fr-MA" sz="1400" dirty="0"/>
              <a:t>11:15 – 11:45</a:t>
            </a:r>
          </a:p>
          <a:p>
            <a:r>
              <a:rPr lang="fr-MA" sz="1400" dirty="0"/>
              <a:t>Pause café</a:t>
            </a:r>
          </a:p>
          <a:p>
            <a:endParaRPr lang="fr-MA" sz="1400" dirty="0"/>
          </a:p>
          <a:p>
            <a:endParaRPr lang="fr-MA" sz="1400" dirty="0"/>
          </a:p>
          <a:p>
            <a:r>
              <a:rPr lang="fr-MA" sz="1400" dirty="0"/>
              <a:t>11:45 – 12:30</a:t>
            </a:r>
          </a:p>
          <a:p>
            <a:r>
              <a:rPr lang="fr-MA" sz="1400" dirty="0"/>
              <a:t>Plénière 2</a:t>
            </a:r>
          </a:p>
          <a:p>
            <a:r>
              <a:rPr lang="fr-MA" sz="1400" dirty="0"/>
              <a:t>Diriger dans l’incertitude d’un monde fragmenté : nouveau paysage mondial et régional des risques</a:t>
            </a:r>
          </a:p>
          <a:p>
            <a:r>
              <a:rPr lang="fr-MA" sz="1000" dirty="0"/>
              <a:t>Positionnement de l’Audit Interne par rapport aux cybermenaces, à l’instabilité géopolitique, la criminalité financière, la transformation digitale et des chaînes d’approvisionnement.</a:t>
            </a:r>
          </a:p>
          <a:p>
            <a:endParaRPr lang="fr-MA" sz="1400" dirty="0"/>
          </a:p>
          <a:p>
            <a:r>
              <a:rPr lang="fr-MA" sz="1400" dirty="0"/>
              <a:t>12:30 – 13:30</a:t>
            </a:r>
          </a:p>
          <a:p>
            <a:r>
              <a:rPr lang="fr-MA" sz="1400" dirty="0"/>
              <a:t>Plénière 3 — Panel</a:t>
            </a:r>
          </a:p>
          <a:p>
            <a:r>
              <a:rPr lang="fr-MA" sz="1400" dirty="0"/>
              <a:t>Ce que les conseils attendent de l’Audit Interne en période de disruption continue</a:t>
            </a:r>
          </a:p>
          <a:p>
            <a:r>
              <a:rPr lang="fr-MA" sz="1000" dirty="0"/>
              <a:t>Moyens disponibles et les pratiques qui permettent de construire la confiance.</a:t>
            </a:r>
          </a:p>
          <a:p>
            <a:endParaRPr lang="fr-MA" sz="1400" dirty="0"/>
          </a:p>
          <a:p>
            <a:r>
              <a:rPr lang="fr-MA" sz="1400" dirty="0"/>
              <a:t>13:30 – 14:30</a:t>
            </a:r>
          </a:p>
          <a:p>
            <a:r>
              <a:rPr lang="fr-MA" sz="1400" dirty="0"/>
              <a:t>Déjeuner</a:t>
            </a:r>
          </a:p>
          <a:p>
            <a:endParaRPr lang="fr-MA" sz="1400" dirty="0"/>
          </a:p>
          <a:p>
            <a:r>
              <a:rPr lang="fr-MA" sz="1400" dirty="0"/>
              <a:t>14:30 – 16:20</a:t>
            </a:r>
          </a:p>
          <a:p>
            <a:r>
              <a:rPr lang="fr-MA" sz="1400" dirty="0"/>
              <a:t>Ateliers — Trois parcours</a:t>
            </a:r>
          </a:p>
          <a:p>
            <a:r>
              <a:rPr lang="fr-MA" sz="1400" dirty="0"/>
              <a:t>Atelier 1 : IA et transformation</a:t>
            </a:r>
            <a:br>
              <a:rPr lang="fr-MA" sz="1400" dirty="0"/>
            </a:br>
            <a:r>
              <a:rPr lang="fr-MA" sz="1400" dirty="0"/>
              <a:t>Enjeux de l’intelligence artificielle et de la transformation.</a:t>
            </a:r>
          </a:p>
          <a:p>
            <a:r>
              <a:rPr lang="fr-MA" sz="1400" dirty="0"/>
              <a:t>Atelier 2 : Résilience</a:t>
            </a:r>
            <a:br>
              <a:rPr lang="fr-MA" sz="1400" dirty="0"/>
            </a:br>
            <a:r>
              <a:rPr lang="fr-MA" sz="1400" dirty="0"/>
              <a:t>La résilience des organisations et à la maîtrise des risques.</a:t>
            </a:r>
          </a:p>
          <a:p>
            <a:r>
              <a:rPr lang="fr-MA" sz="1400" dirty="0"/>
              <a:t>Atelier 3 : Auditeur de demain</a:t>
            </a:r>
            <a:br>
              <a:rPr lang="fr-MA" sz="1400" dirty="0"/>
            </a:br>
            <a:r>
              <a:rPr lang="fr-MA" sz="1400" dirty="0"/>
              <a:t>Evolution du métier et aux compétences de l’auditeur interne.</a:t>
            </a:r>
          </a:p>
          <a:p>
            <a:endParaRPr lang="fr-MA" sz="1400" dirty="0"/>
          </a:p>
          <a:p>
            <a:r>
              <a:rPr lang="fr-MA" sz="1400" dirty="0"/>
              <a:t>16:20  – 16:50 </a:t>
            </a:r>
          </a:p>
          <a:p>
            <a:r>
              <a:rPr lang="fr-MA" sz="1400" dirty="0"/>
              <a:t>Pause café</a:t>
            </a:r>
          </a:p>
          <a:p>
            <a:endParaRPr lang="fr-MA" sz="1400" dirty="0"/>
          </a:p>
          <a:p>
            <a:r>
              <a:rPr lang="fr-MA" sz="1400" dirty="0"/>
              <a:t>16:50 – 17:35</a:t>
            </a:r>
          </a:p>
          <a:p>
            <a:r>
              <a:rPr lang="fr-MA" sz="1400" dirty="0"/>
              <a:t>Innovation </a:t>
            </a:r>
            <a:r>
              <a:rPr lang="fr-MA" sz="1400" dirty="0" err="1"/>
              <a:t>Lab</a:t>
            </a:r>
            <a:r>
              <a:rPr lang="fr-MA" sz="1400" dirty="0"/>
              <a:t> : </a:t>
            </a:r>
            <a:r>
              <a:rPr lang="fr-MA" sz="1400" dirty="0" err="1"/>
              <a:t>Continuous</a:t>
            </a:r>
            <a:r>
              <a:rPr lang="fr-MA" sz="1400" dirty="0"/>
              <a:t> Monitoring </a:t>
            </a:r>
          </a:p>
          <a:p>
            <a:r>
              <a:rPr lang="fr-MA" sz="1400" dirty="0"/>
              <a:t>Innovation </a:t>
            </a:r>
            <a:r>
              <a:rPr lang="fr-MA" sz="1400" dirty="0" err="1"/>
              <a:t>Lab</a:t>
            </a:r>
            <a:r>
              <a:rPr lang="fr-MA" sz="1400" dirty="0"/>
              <a:t> : AI </a:t>
            </a:r>
            <a:r>
              <a:rPr lang="fr-MA" sz="1400" dirty="0" err="1"/>
              <a:t>Copilots</a:t>
            </a:r>
            <a:r>
              <a:rPr lang="fr-MA" sz="1400" dirty="0"/>
              <a:t> pour Audit Interne </a:t>
            </a:r>
          </a:p>
          <a:p>
            <a:r>
              <a:rPr lang="fr-MA" sz="1400" dirty="0"/>
              <a:t>Innovation </a:t>
            </a:r>
            <a:r>
              <a:rPr lang="fr-MA" sz="1400" dirty="0" err="1"/>
              <a:t>Lab</a:t>
            </a:r>
            <a:r>
              <a:rPr lang="fr-MA" sz="1400" dirty="0"/>
              <a:t> : GRC platforms</a:t>
            </a:r>
          </a:p>
          <a:p>
            <a:br>
              <a:rPr lang="fr-MA" sz="1400" dirty="0"/>
            </a:br>
            <a:endParaRPr lang="fr-MA" sz="1400" dirty="0"/>
          </a:p>
        </p:txBody>
      </p:sp>
    </p:spTree>
    <p:extLst>
      <p:ext uri="{BB962C8B-B14F-4D97-AF65-F5344CB8AC3E}">
        <p14:creationId xmlns:p14="http://schemas.microsoft.com/office/powerpoint/2010/main" val="3835757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5952AA1-4C26-A700-A6E6-0E658A5A3CD6}"/>
              </a:ext>
            </a:extLst>
          </p:cNvPr>
          <p:cNvSpPr txBox="1"/>
          <p:nvPr/>
        </p:nvSpPr>
        <p:spPr>
          <a:xfrm>
            <a:off x="457200" y="808892"/>
            <a:ext cx="6119446" cy="9694962"/>
          </a:xfrm>
          <a:prstGeom prst="rect">
            <a:avLst/>
          </a:prstGeom>
          <a:noFill/>
        </p:spPr>
        <p:txBody>
          <a:bodyPr wrap="square" rtlCol="0">
            <a:spAutoFit/>
          </a:bodyPr>
          <a:lstStyle/>
          <a:p>
            <a:endParaRPr lang="fr-MA" sz="1200" dirty="0"/>
          </a:p>
          <a:p>
            <a:r>
              <a:rPr lang="fr-MA" sz="1200" dirty="0"/>
              <a:t>Jour 2 — Jeudi 17 décembre 2026</a:t>
            </a:r>
          </a:p>
          <a:p>
            <a:endParaRPr lang="fr-MA" sz="1200" dirty="0"/>
          </a:p>
          <a:p>
            <a:r>
              <a:rPr lang="fr-MA" sz="1200" dirty="0"/>
              <a:t>08:00 – 09:00</a:t>
            </a:r>
          </a:p>
          <a:p>
            <a:r>
              <a:rPr lang="fr-MA" sz="1200" dirty="0"/>
              <a:t>Accueil et networking</a:t>
            </a:r>
          </a:p>
          <a:p>
            <a:endParaRPr lang="fr-MA" sz="1200" dirty="0"/>
          </a:p>
          <a:p>
            <a:r>
              <a:rPr lang="fr-MA" sz="1200" dirty="0"/>
              <a:t>09:00 – 10:00</a:t>
            </a:r>
          </a:p>
          <a:p>
            <a:r>
              <a:rPr lang="fr-MA" sz="1200" dirty="0"/>
              <a:t>Plénière 4</a:t>
            </a:r>
          </a:p>
          <a:p>
            <a:r>
              <a:rPr lang="fr-MA" sz="1200" dirty="0"/>
              <a:t>L’avantage humain à l’ère de l’IA : l’auditeur résilient et ce que la technologie ne remplacera jamais</a:t>
            </a:r>
          </a:p>
          <a:p>
            <a:endParaRPr lang="fr-MA" sz="1200" dirty="0"/>
          </a:p>
          <a:p>
            <a:r>
              <a:rPr lang="fr-MA" sz="1200" dirty="0"/>
              <a:t>10:00 – 11:00</a:t>
            </a:r>
          </a:p>
          <a:p>
            <a:r>
              <a:rPr lang="fr-MA" sz="1200" dirty="0"/>
              <a:t>Plénière 5 — Panel</a:t>
            </a:r>
          </a:p>
          <a:p>
            <a:r>
              <a:rPr lang="fr-MA" sz="1200" dirty="0"/>
              <a:t>Les femmes à la tête de la transformation de l’Audit Interne</a:t>
            </a:r>
          </a:p>
          <a:p>
            <a:endParaRPr lang="fr-MA" sz="1200" dirty="0"/>
          </a:p>
          <a:p>
            <a:r>
              <a:rPr lang="fr-MA" sz="1200" dirty="0"/>
              <a:t>11:00 – 11:30</a:t>
            </a:r>
          </a:p>
          <a:p>
            <a:r>
              <a:rPr lang="fr-MA" sz="1200" dirty="0"/>
              <a:t>Pause café</a:t>
            </a:r>
          </a:p>
          <a:p>
            <a:endParaRPr lang="fr-MA" sz="1200" dirty="0"/>
          </a:p>
          <a:p>
            <a:endParaRPr lang="fr-MA" sz="1200" dirty="0"/>
          </a:p>
          <a:p>
            <a:r>
              <a:rPr lang="fr-MA" sz="1200" dirty="0"/>
              <a:t>11:30 – 12:30</a:t>
            </a:r>
          </a:p>
          <a:p>
            <a:r>
              <a:rPr lang="fr-MA" sz="1200" dirty="0"/>
              <a:t>Plénière 6</a:t>
            </a:r>
          </a:p>
          <a:p>
            <a:r>
              <a:rPr lang="fr-MA" sz="1200" dirty="0"/>
              <a:t>De la coordination des Trois Lignes à l’assurance intégrée : construire une cartographie d’assurance au service de la résilience</a:t>
            </a:r>
          </a:p>
          <a:p>
            <a:endParaRPr lang="fr-MA" sz="1200" dirty="0"/>
          </a:p>
          <a:p>
            <a:r>
              <a:rPr lang="fr-MA" sz="1200" dirty="0"/>
              <a:t>13:30 – 14:30</a:t>
            </a:r>
          </a:p>
          <a:p>
            <a:r>
              <a:rPr lang="fr-MA" sz="1200" dirty="0"/>
              <a:t>Déjeuner</a:t>
            </a:r>
          </a:p>
          <a:p>
            <a:endParaRPr lang="fr-MA" sz="1200" dirty="0"/>
          </a:p>
          <a:p>
            <a:endParaRPr lang="fr-MA" sz="1200" dirty="0"/>
          </a:p>
          <a:p>
            <a:r>
              <a:rPr lang="fr-MA" sz="1200" dirty="0"/>
              <a:t>12:30 – 13:30</a:t>
            </a:r>
          </a:p>
          <a:p>
            <a:r>
              <a:rPr lang="fr-MA" sz="1200" dirty="0"/>
              <a:t>Plénière 7 — Panel</a:t>
            </a:r>
          </a:p>
          <a:p>
            <a:r>
              <a:rPr lang="fr-MA" sz="1200" dirty="0"/>
              <a:t>Au-delà de l’assurance : comment l’Audit Interne crée de la valeur stratégique dans un monde en transformation</a:t>
            </a:r>
          </a:p>
          <a:p>
            <a:endParaRPr lang="fr-MA" sz="1200" dirty="0"/>
          </a:p>
          <a:p>
            <a:r>
              <a:rPr lang="fr-MA" sz="1200" dirty="0"/>
              <a:t>14:30 – 16:20</a:t>
            </a:r>
          </a:p>
          <a:p>
            <a:r>
              <a:rPr lang="fr-MA" sz="1200" dirty="0"/>
              <a:t>Ateliers — Trois parcours</a:t>
            </a:r>
          </a:p>
          <a:p>
            <a:r>
              <a:rPr lang="fr-MA" sz="1200" dirty="0"/>
              <a:t>Atelier 1 : IA et transformation</a:t>
            </a:r>
            <a:br>
              <a:rPr lang="fr-MA" sz="1200" dirty="0"/>
            </a:br>
            <a:r>
              <a:rPr lang="fr-MA" sz="1200" dirty="0"/>
              <a:t>Ateliers consacrés aux enjeux de l’intelligence artificielle et de la transformation.</a:t>
            </a:r>
          </a:p>
          <a:p>
            <a:r>
              <a:rPr lang="fr-MA" sz="1200" dirty="0"/>
              <a:t>Atelier 2 Résilience</a:t>
            </a:r>
            <a:br>
              <a:rPr lang="fr-MA" sz="1200" dirty="0"/>
            </a:br>
            <a:r>
              <a:rPr lang="fr-MA" sz="1200" dirty="0"/>
              <a:t>Ateliers consacrés à la résilience des organisations et à la maîtrise des risques.</a:t>
            </a:r>
          </a:p>
          <a:p>
            <a:r>
              <a:rPr lang="fr-MA" sz="1200" dirty="0"/>
              <a:t>Atelier 3 : Auditeur de demain</a:t>
            </a:r>
            <a:br>
              <a:rPr lang="fr-MA" sz="1200" dirty="0"/>
            </a:br>
            <a:r>
              <a:rPr lang="fr-MA" sz="1200" dirty="0"/>
              <a:t>Ateliers consacrés à l’évolution du métier et aux compétences de l’auditeur interne.</a:t>
            </a:r>
          </a:p>
          <a:p>
            <a:endParaRPr lang="fr-MA" sz="1200" dirty="0"/>
          </a:p>
          <a:p>
            <a:r>
              <a:rPr lang="fr-MA" sz="1200" dirty="0"/>
              <a:t>16:20  – 16:50 </a:t>
            </a:r>
          </a:p>
          <a:p>
            <a:r>
              <a:rPr lang="fr-MA" sz="1200" dirty="0"/>
              <a:t>Pause café</a:t>
            </a:r>
          </a:p>
          <a:p>
            <a:endParaRPr lang="fr-MA" sz="1200" dirty="0"/>
          </a:p>
          <a:p>
            <a:endParaRPr lang="fr-MA" sz="1200" dirty="0"/>
          </a:p>
          <a:p>
            <a:endParaRPr lang="fr-MA" sz="1200" dirty="0"/>
          </a:p>
          <a:p>
            <a:r>
              <a:rPr lang="fr-MA" sz="1200" dirty="0"/>
              <a:t>16:50 – 17:35</a:t>
            </a:r>
          </a:p>
          <a:p>
            <a:r>
              <a:rPr lang="fr-MA" sz="1200" dirty="0"/>
              <a:t>Innovation </a:t>
            </a:r>
            <a:r>
              <a:rPr lang="fr-MA" sz="1200" dirty="0" err="1"/>
              <a:t>Lab</a:t>
            </a:r>
            <a:r>
              <a:rPr lang="fr-MA" sz="1200" dirty="0"/>
              <a:t> : Monitoring / SAP</a:t>
            </a:r>
          </a:p>
          <a:p>
            <a:r>
              <a:rPr lang="fr-MA" sz="1200" dirty="0"/>
              <a:t>Innovation </a:t>
            </a:r>
            <a:r>
              <a:rPr lang="fr-MA" sz="1200" dirty="0" err="1"/>
              <a:t>Lab</a:t>
            </a:r>
            <a:r>
              <a:rPr lang="fr-MA" sz="1200" dirty="0"/>
              <a:t> : Process Mining </a:t>
            </a:r>
          </a:p>
          <a:p>
            <a:r>
              <a:rPr lang="fr-MA" sz="1200" dirty="0"/>
              <a:t>Innovation </a:t>
            </a:r>
            <a:r>
              <a:rPr lang="fr-MA" sz="1200" dirty="0" err="1"/>
              <a:t>Lab</a:t>
            </a:r>
            <a:r>
              <a:rPr lang="fr-MA" sz="1200" dirty="0"/>
              <a:t> : Détection de la fraude et analyse prédictive</a:t>
            </a:r>
          </a:p>
          <a:p>
            <a:endParaRPr lang="fr-MA" sz="1200" dirty="0"/>
          </a:p>
        </p:txBody>
      </p:sp>
    </p:spTree>
    <p:extLst>
      <p:ext uri="{BB962C8B-B14F-4D97-AF65-F5344CB8AC3E}">
        <p14:creationId xmlns:p14="http://schemas.microsoft.com/office/powerpoint/2010/main" val="96930794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205</TotalTime>
  <Words>650</Words>
  <Application>Microsoft Office PowerPoint</Application>
  <PresentationFormat>Personnalisé</PresentationFormat>
  <Paragraphs>109</Paragraphs>
  <Slides>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Aptos</vt:lpstr>
      <vt:lpstr>Aptos Display</vt:lpstr>
      <vt:lpstr>Arial</vt:lpstr>
      <vt:lpstr>Thème Office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Laïla Triki</dc:creator>
  <cp:lastModifiedBy>Laïla Triki</cp:lastModifiedBy>
  <cp:revision>10</cp:revision>
  <dcterms:created xsi:type="dcterms:W3CDTF">2026-10-01T16:36:13Z</dcterms:created>
  <dcterms:modified xsi:type="dcterms:W3CDTF">2026-10-04T17:47:16Z</dcterms:modified>
</cp:coreProperties>
</file>